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5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74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5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0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6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3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18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51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84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7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744ED-23D9-4C17-82B1-D603D6CD4804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505CB-768B-4C5C-8D6B-566D5D946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379098"/>
              </p:ext>
            </p:extLst>
          </p:nvPr>
        </p:nvGraphicFramePr>
        <p:xfrm>
          <a:off x="838200" y="2023810"/>
          <a:ext cx="10529339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48"/>
                <a:gridCol w="2638269"/>
                <a:gridCol w="2548328"/>
                <a:gridCol w="1439056"/>
                <a:gridCol w="1235438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 19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r>
                        <a:rPr lang="en-US" baseline="0" dirty="0" smtClean="0"/>
                        <a:t> to 34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r>
                        <a:rPr lang="en-US" baseline="0" dirty="0" smtClean="0"/>
                        <a:t> to 49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50+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Mt. Kilimanjaro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Lady Evelyn</a:t>
                      </a:r>
                      <a:r>
                        <a:rPr lang="en-US" baseline="0" dirty="0" smtClean="0"/>
                        <a:t> Lakes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Quetico</a:t>
                      </a:r>
                      <a:r>
                        <a:rPr lang="en-US" baseline="0" dirty="0" smtClean="0"/>
                        <a:t> Winter Camping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Riding the Rapids in BC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1256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497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8F872723CA3D47998B9DA3D0F9A771" ma:contentTypeVersion="24" ma:contentTypeDescription="Create a new document." ma:contentTypeScope="" ma:versionID="3b8976269c5d92b5184075f4dfd92b09">
  <xsd:schema xmlns:xsd="http://www.w3.org/2001/XMLSchema" xmlns:xs="http://www.w3.org/2001/XMLSchema" xmlns:p="http://schemas.microsoft.com/office/2006/metadata/properties" xmlns:ns2="a8fb5109-c0a4-4437-8847-769cf16c1053" xmlns:ns3="bb048859-e181-4ebb-8aab-096355f0047e" targetNamespace="http://schemas.microsoft.com/office/2006/metadata/properties" ma:root="true" ma:fieldsID="f492c7f07bf251ce6aecf863f3704e23" ns2:_="" ns3:_="">
    <xsd:import namespace="a8fb5109-c0a4-4437-8847-769cf16c1053"/>
    <xsd:import namespace="bb048859-e181-4ebb-8aab-096355f004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T_x01b0__x1edd_ngQuy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fb5109-c0a4-4437-8847-769cf16c10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9fadda9-e8b1-4ed6-9fdf-2a7749ef1c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_x01b0__x1edd_ngQuy" ma:index="24" nillable="true" ma:displayName="Tường Quy" ma:format="Dropdown" ma:list="UserInfo" ma:SharePointGroup="0" ma:internalName="T_x01b0__x1edd_ngQuy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048859-e181-4ebb-8aab-096355f0047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1f34156-b3be-45f3-b043-6378d40e60ec}" ma:internalName="TaxCatchAll" ma:showField="CatchAllData" ma:web="bb048859-e181-4ebb-8aab-096355f004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8fb5109-c0a4-4437-8847-769cf16c1053">
      <Terms xmlns="http://schemas.microsoft.com/office/infopath/2007/PartnerControls"/>
    </lcf76f155ced4ddcb4097134ff3c332f>
    <TaxCatchAll xmlns="bb048859-e181-4ebb-8aab-096355f0047e" xsi:nil="true"/>
    <T_x01b0__x1edd_ngQuy xmlns="a8fb5109-c0a4-4437-8847-769cf16c1053">
      <UserInfo>
        <DisplayName/>
        <AccountId xsi:nil="true"/>
        <AccountType/>
      </UserInfo>
    </T_x01b0__x1edd_ngQuy>
  </documentManagement>
</p:properties>
</file>

<file path=customXml/itemProps1.xml><?xml version="1.0" encoding="utf-8"?>
<ds:datastoreItem xmlns:ds="http://schemas.openxmlformats.org/officeDocument/2006/customXml" ds:itemID="{A66827FC-3178-4A62-A71D-1F20CA84B125}"/>
</file>

<file path=customXml/itemProps2.xml><?xml version="1.0" encoding="utf-8"?>
<ds:datastoreItem xmlns:ds="http://schemas.openxmlformats.org/officeDocument/2006/customXml" ds:itemID="{6EB58F01-FC2F-40BE-BEEF-7949EA1E1ECD}"/>
</file>

<file path=customXml/itemProps3.xml><?xml version="1.0" encoding="utf-8"?>
<ds:datastoreItem xmlns:ds="http://schemas.openxmlformats.org/officeDocument/2006/customXml" ds:itemID="{7FB5602D-44E7-4C8F-BE28-F320EBF1653E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Lee County School District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Williams, Kim</dc:creator>
  <cp:lastModifiedBy>Marcos César Leocadio Hernández</cp:lastModifiedBy>
  <cp:revision>3</cp:revision>
  <dcterms:created xsi:type="dcterms:W3CDTF">2013-06-25T19:07:13Z</dcterms:created>
  <dcterms:modified xsi:type="dcterms:W3CDTF">2015-07-16T16:55:16Z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0x0101006D8F872723CA3D47998B9DA3D0F9A771</vt:lpwstr>
  </property>
</Properties>
</file>